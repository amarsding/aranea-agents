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1500" y="6464300"/>
            <a:ext cx="1460500" cy="393700"/>
          </a:xfrm>
          <a:prstGeom prst="rect">
            <a:avLst/>
          </a:prstGeom>
          <a:solidFill>
            <a:srgbClr val="0A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31500" y="6464300"/>
            <a:ext cx="11747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>
                <a:solidFill>
                  <a:srgbClr val="5F6B84"/>
                </a:solidFill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